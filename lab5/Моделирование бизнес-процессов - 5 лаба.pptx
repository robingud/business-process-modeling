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e13312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e13312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e133129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e133129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e133129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e133129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e133129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e133129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e133129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8e133129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e133129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8e133129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e133129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e133129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e133129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8e13312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Яндекс еда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Метрики нужны для быстрой обратной связи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производительности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p95 времени до назначения курьера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Доля технических ошибок при оформлении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p75 времени загрузки ключевых экранов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Финансовые метрики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GMV — объём заказов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Валовая выручка платформы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Продуктовые метрики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Конверсия воронки «корзина → оплата»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DAU / MAU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NPS после доставки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Churn платящих пользователей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Маркетинговые метрики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CAC — стоимость привлечения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CPO — стоимость заказа в кампании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Nord</a:t>
            </a:r>
            <a:r>
              <a:rPr lang="ru"/>
              <a:t> Star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 GMV — масштаб и здоровье маркетплейса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Доставка p90 времени — выполнение обещания клиенту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3. NPS — качество и бренд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именно эти North Star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рост (GMV) + операционное качество + клиентская любовь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Остальные метрики — диагностика и тактика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Мониторинг: дашборды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- Операционный дашборд (обновление близко к реальному времени): GMV, активные заказы, p95/p99 этапов доставки, ошибки оформления, инциденты.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Продуктовый дашборд (ежедневно/еженедельно): воронка, DAU/MAU, CR, churn, срезы по платформам и городам.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Финансовый (ежемесячно): GMV, выручка, маржа на заказ, CAC/CPO по каналам.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